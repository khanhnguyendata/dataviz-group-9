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60" r:id="rId4"/>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760"/>
  </p:normalViewPr>
  <p:slideViewPr>
    <p:cSldViewPr snapToGrid="0">
      <p:cViewPr>
        <p:scale>
          <a:sx n="69" d="100"/>
          <a:sy n="69" d="100"/>
        </p:scale>
        <p:origin x="2424" y="11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34371-C884-934A-B03C-92FC78E6CA4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BE"/>
          </a:p>
        </p:txBody>
      </p:sp>
      <p:sp>
        <p:nvSpPr>
          <p:cNvPr id="3" name="Subtitle 2">
            <a:extLst>
              <a:ext uri="{FF2B5EF4-FFF2-40B4-BE49-F238E27FC236}">
                <a16:creationId xmlns:a16="http://schemas.microsoft.com/office/drawing/2014/main" id="{0D6D118D-F2AD-6C8B-8848-B9FE3D3B4B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E"/>
          </a:p>
        </p:txBody>
      </p:sp>
      <p:sp>
        <p:nvSpPr>
          <p:cNvPr id="4" name="Date Placeholder 3">
            <a:extLst>
              <a:ext uri="{FF2B5EF4-FFF2-40B4-BE49-F238E27FC236}">
                <a16:creationId xmlns:a16="http://schemas.microsoft.com/office/drawing/2014/main" id="{172AB094-2586-DCF8-0E76-4CE62FB25D01}"/>
              </a:ext>
            </a:extLst>
          </p:cNvPr>
          <p:cNvSpPr>
            <a:spLocks noGrp="1"/>
          </p:cNvSpPr>
          <p:nvPr>
            <p:ph type="dt" sz="half" idx="10"/>
          </p:nvPr>
        </p:nvSpPr>
        <p:spPr/>
        <p:txBody>
          <a:bodyPr/>
          <a:lstStyle/>
          <a:p>
            <a:fld id="{6093FCDD-5874-524F-B24B-EEB3F119C9AB}" type="datetimeFigureOut">
              <a:rPr lang="en-BE" smtClean="0"/>
              <a:t>11/03/2026</a:t>
            </a:fld>
            <a:endParaRPr lang="en-BE"/>
          </a:p>
        </p:txBody>
      </p:sp>
      <p:sp>
        <p:nvSpPr>
          <p:cNvPr id="5" name="Footer Placeholder 4">
            <a:extLst>
              <a:ext uri="{FF2B5EF4-FFF2-40B4-BE49-F238E27FC236}">
                <a16:creationId xmlns:a16="http://schemas.microsoft.com/office/drawing/2014/main" id="{A2DCDDFD-5DC6-14A7-3222-6B28EF3FFD58}"/>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8416BA66-E244-0B65-39E1-3FAAFB88BE36}"/>
              </a:ext>
            </a:extLst>
          </p:cNvPr>
          <p:cNvSpPr>
            <a:spLocks noGrp="1"/>
          </p:cNvSpPr>
          <p:nvPr>
            <p:ph type="sldNum" sz="quarter" idx="12"/>
          </p:nvPr>
        </p:nvSpPr>
        <p:spPr/>
        <p:txBody>
          <a:bodyPr/>
          <a:lstStyle/>
          <a:p>
            <a:fld id="{A3B5569C-7C97-8D4E-9F39-89E35FFB0C45}" type="slidenum">
              <a:rPr lang="en-BE" smtClean="0"/>
              <a:t>‹#›</a:t>
            </a:fld>
            <a:endParaRPr lang="en-BE"/>
          </a:p>
        </p:txBody>
      </p:sp>
    </p:spTree>
    <p:extLst>
      <p:ext uri="{BB962C8B-B14F-4D97-AF65-F5344CB8AC3E}">
        <p14:creationId xmlns:p14="http://schemas.microsoft.com/office/powerpoint/2010/main" val="1827730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AAB4B-8AB0-FE70-3680-815566C3D90D}"/>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B3664AF2-81CA-7D31-EA87-369DCC6BDCB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E4E2DF74-BB8B-47F7-CF9A-39E2EB3F98F9}"/>
              </a:ext>
            </a:extLst>
          </p:cNvPr>
          <p:cNvSpPr>
            <a:spLocks noGrp="1"/>
          </p:cNvSpPr>
          <p:nvPr>
            <p:ph type="dt" sz="half" idx="10"/>
          </p:nvPr>
        </p:nvSpPr>
        <p:spPr/>
        <p:txBody>
          <a:bodyPr/>
          <a:lstStyle/>
          <a:p>
            <a:fld id="{6093FCDD-5874-524F-B24B-EEB3F119C9AB}" type="datetimeFigureOut">
              <a:rPr lang="en-BE" smtClean="0"/>
              <a:t>11/03/2026</a:t>
            </a:fld>
            <a:endParaRPr lang="en-BE"/>
          </a:p>
        </p:txBody>
      </p:sp>
      <p:sp>
        <p:nvSpPr>
          <p:cNvPr id="5" name="Footer Placeholder 4">
            <a:extLst>
              <a:ext uri="{FF2B5EF4-FFF2-40B4-BE49-F238E27FC236}">
                <a16:creationId xmlns:a16="http://schemas.microsoft.com/office/drawing/2014/main" id="{BAF05E1F-C9A2-AAD1-110B-52E839B0AF98}"/>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8FB1E78D-51A7-4AE0-2210-C98AD21E29EA}"/>
              </a:ext>
            </a:extLst>
          </p:cNvPr>
          <p:cNvSpPr>
            <a:spLocks noGrp="1"/>
          </p:cNvSpPr>
          <p:nvPr>
            <p:ph type="sldNum" sz="quarter" idx="12"/>
          </p:nvPr>
        </p:nvSpPr>
        <p:spPr/>
        <p:txBody>
          <a:bodyPr/>
          <a:lstStyle/>
          <a:p>
            <a:fld id="{A3B5569C-7C97-8D4E-9F39-89E35FFB0C45}" type="slidenum">
              <a:rPr lang="en-BE" smtClean="0"/>
              <a:t>‹#›</a:t>
            </a:fld>
            <a:endParaRPr lang="en-BE"/>
          </a:p>
        </p:txBody>
      </p:sp>
    </p:spTree>
    <p:extLst>
      <p:ext uri="{BB962C8B-B14F-4D97-AF65-F5344CB8AC3E}">
        <p14:creationId xmlns:p14="http://schemas.microsoft.com/office/powerpoint/2010/main" val="3202960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91B96-6E90-ADCD-B342-EF45827FE4D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E"/>
          </a:p>
        </p:txBody>
      </p:sp>
      <p:sp>
        <p:nvSpPr>
          <p:cNvPr id="3" name="Text Placeholder 2">
            <a:extLst>
              <a:ext uri="{FF2B5EF4-FFF2-40B4-BE49-F238E27FC236}">
                <a16:creationId xmlns:a16="http://schemas.microsoft.com/office/drawing/2014/main" id="{925955B8-D407-0A8D-6540-4382927A94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3975B4-B480-F30F-E23B-CC0062B3B408}"/>
              </a:ext>
            </a:extLst>
          </p:cNvPr>
          <p:cNvSpPr>
            <a:spLocks noGrp="1"/>
          </p:cNvSpPr>
          <p:nvPr>
            <p:ph type="dt" sz="half" idx="10"/>
          </p:nvPr>
        </p:nvSpPr>
        <p:spPr/>
        <p:txBody>
          <a:bodyPr/>
          <a:lstStyle/>
          <a:p>
            <a:fld id="{6093FCDD-5874-524F-B24B-EEB3F119C9AB}" type="datetimeFigureOut">
              <a:rPr lang="en-BE" smtClean="0"/>
              <a:t>11/03/2026</a:t>
            </a:fld>
            <a:endParaRPr lang="en-BE"/>
          </a:p>
        </p:txBody>
      </p:sp>
      <p:sp>
        <p:nvSpPr>
          <p:cNvPr id="5" name="Footer Placeholder 4">
            <a:extLst>
              <a:ext uri="{FF2B5EF4-FFF2-40B4-BE49-F238E27FC236}">
                <a16:creationId xmlns:a16="http://schemas.microsoft.com/office/drawing/2014/main" id="{5BEA42B5-A543-8B5A-5927-06F6D5549F25}"/>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0205DF36-9EBA-D0B3-A800-D2EB23AA7D96}"/>
              </a:ext>
            </a:extLst>
          </p:cNvPr>
          <p:cNvSpPr>
            <a:spLocks noGrp="1"/>
          </p:cNvSpPr>
          <p:nvPr>
            <p:ph type="sldNum" sz="quarter" idx="12"/>
          </p:nvPr>
        </p:nvSpPr>
        <p:spPr/>
        <p:txBody>
          <a:bodyPr/>
          <a:lstStyle/>
          <a:p>
            <a:fld id="{A3B5569C-7C97-8D4E-9F39-89E35FFB0C45}" type="slidenum">
              <a:rPr lang="en-BE" smtClean="0"/>
              <a:t>‹#›</a:t>
            </a:fld>
            <a:endParaRPr lang="en-BE"/>
          </a:p>
        </p:txBody>
      </p:sp>
    </p:spTree>
    <p:extLst>
      <p:ext uri="{BB962C8B-B14F-4D97-AF65-F5344CB8AC3E}">
        <p14:creationId xmlns:p14="http://schemas.microsoft.com/office/powerpoint/2010/main" val="866704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71193-1420-096D-1394-E85844711AAF}"/>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C78EEAB6-3517-F75B-6048-16B03BCFE24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Content Placeholder 3">
            <a:extLst>
              <a:ext uri="{FF2B5EF4-FFF2-40B4-BE49-F238E27FC236}">
                <a16:creationId xmlns:a16="http://schemas.microsoft.com/office/drawing/2014/main" id="{6ECFC6F9-229C-59DF-5B59-A55105CBFDB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Date Placeholder 4">
            <a:extLst>
              <a:ext uri="{FF2B5EF4-FFF2-40B4-BE49-F238E27FC236}">
                <a16:creationId xmlns:a16="http://schemas.microsoft.com/office/drawing/2014/main" id="{B6A4E973-EA6B-2F5D-BBAD-5D507F1B49AA}"/>
              </a:ext>
            </a:extLst>
          </p:cNvPr>
          <p:cNvSpPr>
            <a:spLocks noGrp="1"/>
          </p:cNvSpPr>
          <p:nvPr>
            <p:ph type="dt" sz="half" idx="10"/>
          </p:nvPr>
        </p:nvSpPr>
        <p:spPr/>
        <p:txBody>
          <a:bodyPr/>
          <a:lstStyle/>
          <a:p>
            <a:fld id="{6093FCDD-5874-524F-B24B-EEB3F119C9AB}" type="datetimeFigureOut">
              <a:rPr lang="en-BE" smtClean="0"/>
              <a:t>11/03/2026</a:t>
            </a:fld>
            <a:endParaRPr lang="en-BE"/>
          </a:p>
        </p:txBody>
      </p:sp>
      <p:sp>
        <p:nvSpPr>
          <p:cNvPr id="6" name="Footer Placeholder 5">
            <a:extLst>
              <a:ext uri="{FF2B5EF4-FFF2-40B4-BE49-F238E27FC236}">
                <a16:creationId xmlns:a16="http://schemas.microsoft.com/office/drawing/2014/main" id="{84F88D07-3132-7A13-CC32-C4C55A852E92}"/>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775EE2E5-8918-3354-E835-775E2FE3C91A}"/>
              </a:ext>
            </a:extLst>
          </p:cNvPr>
          <p:cNvSpPr>
            <a:spLocks noGrp="1"/>
          </p:cNvSpPr>
          <p:nvPr>
            <p:ph type="sldNum" sz="quarter" idx="12"/>
          </p:nvPr>
        </p:nvSpPr>
        <p:spPr/>
        <p:txBody>
          <a:bodyPr/>
          <a:lstStyle/>
          <a:p>
            <a:fld id="{A3B5569C-7C97-8D4E-9F39-89E35FFB0C45}" type="slidenum">
              <a:rPr lang="en-BE" smtClean="0"/>
              <a:t>‹#›</a:t>
            </a:fld>
            <a:endParaRPr lang="en-BE"/>
          </a:p>
        </p:txBody>
      </p:sp>
    </p:spTree>
    <p:extLst>
      <p:ext uri="{BB962C8B-B14F-4D97-AF65-F5344CB8AC3E}">
        <p14:creationId xmlns:p14="http://schemas.microsoft.com/office/powerpoint/2010/main" val="1973603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0B225-143F-95E6-758C-58FCA63E91A2}"/>
              </a:ext>
            </a:extLst>
          </p:cNvPr>
          <p:cNvSpPr>
            <a:spLocks noGrp="1"/>
          </p:cNvSpPr>
          <p:nvPr>
            <p:ph type="title"/>
          </p:nvPr>
        </p:nvSpPr>
        <p:spPr>
          <a:xfrm>
            <a:off x="839788" y="365125"/>
            <a:ext cx="10515600" cy="1325563"/>
          </a:xfrm>
        </p:spPr>
        <p:txBody>
          <a:bodyPr/>
          <a:lstStyle/>
          <a:p>
            <a:r>
              <a:rPr lang="en-GB"/>
              <a:t>Click to edit Master title style</a:t>
            </a:r>
            <a:endParaRPr lang="en-BE"/>
          </a:p>
        </p:txBody>
      </p:sp>
      <p:sp>
        <p:nvSpPr>
          <p:cNvPr id="3" name="Text Placeholder 2">
            <a:extLst>
              <a:ext uri="{FF2B5EF4-FFF2-40B4-BE49-F238E27FC236}">
                <a16:creationId xmlns:a16="http://schemas.microsoft.com/office/drawing/2014/main" id="{58DDDB5D-94F9-BD30-A6D0-6F0A9C9DC3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9BDE75E-CA8F-1AD1-E52F-F521B61DFFE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ext Placeholder 4">
            <a:extLst>
              <a:ext uri="{FF2B5EF4-FFF2-40B4-BE49-F238E27FC236}">
                <a16:creationId xmlns:a16="http://schemas.microsoft.com/office/drawing/2014/main" id="{B0F04C1E-4082-B79D-8834-23F07128A6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419CD65-4DE6-3422-F42A-E7CCCA8D96B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7" name="Date Placeholder 6">
            <a:extLst>
              <a:ext uri="{FF2B5EF4-FFF2-40B4-BE49-F238E27FC236}">
                <a16:creationId xmlns:a16="http://schemas.microsoft.com/office/drawing/2014/main" id="{C230A728-99D0-8EB3-A2E2-09152D17EFFF}"/>
              </a:ext>
            </a:extLst>
          </p:cNvPr>
          <p:cNvSpPr>
            <a:spLocks noGrp="1"/>
          </p:cNvSpPr>
          <p:nvPr>
            <p:ph type="dt" sz="half" idx="10"/>
          </p:nvPr>
        </p:nvSpPr>
        <p:spPr/>
        <p:txBody>
          <a:bodyPr/>
          <a:lstStyle/>
          <a:p>
            <a:fld id="{6093FCDD-5874-524F-B24B-EEB3F119C9AB}" type="datetimeFigureOut">
              <a:rPr lang="en-BE" smtClean="0"/>
              <a:t>11/03/2026</a:t>
            </a:fld>
            <a:endParaRPr lang="en-BE"/>
          </a:p>
        </p:txBody>
      </p:sp>
      <p:sp>
        <p:nvSpPr>
          <p:cNvPr id="8" name="Footer Placeholder 7">
            <a:extLst>
              <a:ext uri="{FF2B5EF4-FFF2-40B4-BE49-F238E27FC236}">
                <a16:creationId xmlns:a16="http://schemas.microsoft.com/office/drawing/2014/main" id="{F761FEB4-7506-6005-B9A3-B35AFA03943A}"/>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8061D07B-91ED-DD9F-DE79-FBBE9CEE670D}"/>
              </a:ext>
            </a:extLst>
          </p:cNvPr>
          <p:cNvSpPr>
            <a:spLocks noGrp="1"/>
          </p:cNvSpPr>
          <p:nvPr>
            <p:ph type="sldNum" sz="quarter" idx="12"/>
          </p:nvPr>
        </p:nvSpPr>
        <p:spPr/>
        <p:txBody>
          <a:bodyPr/>
          <a:lstStyle/>
          <a:p>
            <a:fld id="{A3B5569C-7C97-8D4E-9F39-89E35FFB0C45}" type="slidenum">
              <a:rPr lang="en-BE" smtClean="0"/>
              <a:t>‹#›</a:t>
            </a:fld>
            <a:endParaRPr lang="en-BE"/>
          </a:p>
        </p:txBody>
      </p:sp>
    </p:spTree>
    <p:extLst>
      <p:ext uri="{BB962C8B-B14F-4D97-AF65-F5344CB8AC3E}">
        <p14:creationId xmlns:p14="http://schemas.microsoft.com/office/powerpoint/2010/main" val="1938205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2CB38-7FBF-42C3-B09C-E635FB64E328}"/>
              </a:ext>
            </a:extLst>
          </p:cNvPr>
          <p:cNvSpPr>
            <a:spLocks noGrp="1"/>
          </p:cNvSpPr>
          <p:nvPr>
            <p:ph type="title"/>
          </p:nvPr>
        </p:nvSpPr>
        <p:spPr/>
        <p:txBody>
          <a:bodyPr/>
          <a:lstStyle/>
          <a:p>
            <a:r>
              <a:rPr lang="en-GB"/>
              <a:t>Click to edit Master title style</a:t>
            </a:r>
            <a:endParaRPr lang="en-BE"/>
          </a:p>
        </p:txBody>
      </p:sp>
      <p:sp>
        <p:nvSpPr>
          <p:cNvPr id="3" name="Date Placeholder 2">
            <a:extLst>
              <a:ext uri="{FF2B5EF4-FFF2-40B4-BE49-F238E27FC236}">
                <a16:creationId xmlns:a16="http://schemas.microsoft.com/office/drawing/2014/main" id="{CDF9985C-A236-4229-1123-8663502653CD}"/>
              </a:ext>
            </a:extLst>
          </p:cNvPr>
          <p:cNvSpPr>
            <a:spLocks noGrp="1"/>
          </p:cNvSpPr>
          <p:nvPr>
            <p:ph type="dt" sz="half" idx="10"/>
          </p:nvPr>
        </p:nvSpPr>
        <p:spPr/>
        <p:txBody>
          <a:bodyPr/>
          <a:lstStyle/>
          <a:p>
            <a:fld id="{6093FCDD-5874-524F-B24B-EEB3F119C9AB}" type="datetimeFigureOut">
              <a:rPr lang="en-BE" smtClean="0"/>
              <a:t>11/03/2026</a:t>
            </a:fld>
            <a:endParaRPr lang="en-BE"/>
          </a:p>
        </p:txBody>
      </p:sp>
      <p:sp>
        <p:nvSpPr>
          <p:cNvPr id="4" name="Footer Placeholder 3">
            <a:extLst>
              <a:ext uri="{FF2B5EF4-FFF2-40B4-BE49-F238E27FC236}">
                <a16:creationId xmlns:a16="http://schemas.microsoft.com/office/drawing/2014/main" id="{53C85E79-4370-CFBA-AAB4-39C43070ECF2}"/>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06A8F6CC-D9CA-E070-1C76-A681D692DCDF}"/>
              </a:ext>
            </a:extLst>
          </p:cNvPr>
          <p:cNvSpPr>
            <a:spLocks noGrp="1"/>
          </p:cNvSpPr>
          <p:nvPr>
            <p:ph type="sldNum" sz="quarter" idx="12"/>
          </p:nvPr>
        </p:nvSpPr>
        <p:spPr/>
        <p:txBody>
          <a:bodyPr/>
          <a:lstStyle/>
          <a:p>
            <a:fld id="{A3B5569C-7C97-8D4E-9F39-89E35FFB0C45}" type="slidenum">
              <a:rPr lang="en-BE" smtClean="0"/>
              <a:t>‹#›</a:t>
            </a:fld>
            <a:endParaRPr lang="en-BE"/>
          </a:p>
        </p:txBody>
      </p:sp>
    </p:spTree>
    <p:extLst>
      <p:ext uri="{BB962C8B-B14F-4D97-AF65-F5344CB8AC3E}">
        <p14:creationId xmlns:p14="http://schemas.microsoft.com/office/powerpoint/2010/main" val="3142318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C5464E-5155-B570-ACB7-CB3B972743DF}"/>
              </a:ext>
            </a:extLst>
          </p:cNvPr>
          <p:cNvSpPr>
            <a:spLocks noGrp="1"/>
          </p:cNvSpPr>
          <p:nvPr>
            <p:ph type="dt" sz="half" idx="10"/>
          </p:nvPr>
        </p:nvSpPr>
        <p:spPr/>
        <p:txBody>
          <a:bodyPr/>
          <a:lstStyle/>
          <a:p>
            <a:fld id="{6093FCDD-5874-524F-B24B-EEB3F119C9AB}" type="datetimeFigureOut">
              <a:rPr lang="en-BE" smtClean="0"/>
              <a:t>11/03/2026</a:t>
            </a:fld>
            <a:endParaRPr lang="en-BE"/>
          </a:p>
        </p:txBody>
      </p:sp>
      <p:sp>
        <p:nvSpPr>
          <p:cNvPr id="3" name="Footer Placeholder 2">
            <a:extLst>
              <a:ext uri="{FF2B5EF4-FFF2-40B4-BE49-F238E27FC236}">
                <a16:creationId xmlns:a16="http://schemas.microsoft.com/office/drawing/2014/main" id="{1097A73A-CCE4-0D1E-D147-FFCD923EB20C}"/>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92CC7CB5-01C4-689C-BF24-406620BEF530}"/>
              </a:ext>
            </a:extLst>
          </p:cNvPr>
          <p:cNvSpPr>
            <a:spLocks noGrp="1"/>
          </p:cNvSpPr>
          <p:nvPr>
            <p:ph type="sldNum" sz="quarter" idx="12"/>
          </p:nvPr>
        </p:nvSpPr>
        <p:spPr/>
        <p:txBody>
          <a:bodyPr/>
          <a:lstStyle/>
          <a:p>
            <a:fld id="{A3B5569C-7C97-8D4E-9F39-89E35FFB0C45}" type="slidenum">
              <a:rPr lang="en-BE" smtClean="0"/>
              <a:t>‹#›</a:t>
            </a:fld>
            <a:endParaRPr lang="en-BE"/>
          </a:p>
        </p:txBody>
      </p:sp>
    </p:spTree>
    <p:extLst>
      <p:ext uri="{BB962C8B-B14F-4D97-AF65-F5344CB8AC3E}">
        <p14:creationId xmlns:p14="http://schemas.microsoft.com/office/powerpoint/2010/main" val="2594709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8FC68-FCEA-4ED2-7C25-A2B1E65FB33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Content Placeholder 2">
            <a:extLst>
              <a:ext uri="{FF2B5EF4-FFF2-40B4-BE49-F238E27FC236}">
                <a16:creationId xmlns:a16="http://schemas.microsoft.com/office/drawing/2014/main" id="{9E7F1682-FCFB-6B43-86F9-30D0A49897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Text Placeholder 3">
            <a:extLst>
              <a:ext uri="{FF2B5EF4-FFF2-40B4-BE49-F238E27FC236}">
                <a16:creationId xmlns:a16="http://schemas.microsoft.com/office/drawing/2014/main" id="{DC97B4A9-67D8-D7CC-5830-596C15CCED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A079F5B-C5A2-BC94-9F9B-548F12474A2C}"/>
              </a:ext>
            </a:extLst>
          </p:cNvPr>
          <p:cNvSpPr>
            <a:spLocks noGrp="1"/>
          </p:cNvSpPr>
          <p:nvPr>
            <p:ph type="dt" sz="half" idx="10"/>
          </p:nvPr>
        </p:nvSpPr>
        <p:spPr/>
        <p:txBody>
          <a:bodyPr/>
          <a:lstStyle/>
          <a:p>
            <a:fld id="{6093FCDD-5874-524F-B24B-EEB3F119C9AB}" type="datetimeFigureOut">
              <a:rPr lang="en-BE" smtClean="0"/>
              <a:t>11/03/2026</a:t>
            </a:fld>
            <a:endParaRPr lang="en-BE"/>
          </a:p>
        </p:txBody>
      </p:sp>
      <p:sp>
        <p:nvSpPr>
          <p:cNvPr id="6" name="Footer Placeholder 5">
            <a:extLst>
              <a:ext uri="{FF2B5EF4-FFF2-40B4-BE49-F238E27FC236}">
                <a16:creationId xmlns:a16="http://schemas.microsoft.com/office/drawing/2014/main" id="{CAFF14A1-A407-B074-E72B-6176F0770568}"/>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EA7DB6D9-3EBE-A009-6869-1D0D039EF22E}"/>
              </a:ext>
            </a:extLst>
          </p:cNvPr>
          <p:cNvSpPr>
            <a:spLocks noGrp="1"/>
          </p:cNvSpPr>
          <p:nvPr>
            <p:ph type="sldNum" sz="quarter" idx="12"/>
          </p:nvPr>
        </p:nvSpPr>
        <p:spPr/>
        <p:txBody>
          <a:bodyPr/>
          <a:lstStyle/>
          <a:p>
            <a:fld id="{A3B5569C-7C97-8D4E-9F39-89E35FFB0C45}" type="slidenum">
              <a:rPr lang="en-BE" smtClean="0"/>
              <a:t>‹#›</a:t>
            </a:fld>
            <a:endParaRPr lang="en-BE"/>
          </a:p>
        </p:txBody>
      </p:sp>
    </p:spTree>
    <p:extLst>
      <p:ext uri="{BB962C8B-B14F-4D97-AF65-F5344CB8AC3E}">
        <p14:creationId xmlns:p14="http://schemas.microsoft.com/office/powerpoint/2010/main" val="4024232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F38A9-9C00-D46C-A9EB-1F555946D66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Picture Placeholder 2">
            <a:extLst>
              <a:ext uri="{FF2B5EF4-FFF2-40B4-BE49-F238E27FC236}">
                <a16:creationId xmlns:a16="http://schemas.microsoft.com/office/drawing/2014/main" id="{36517112-B8A9-4977-4490-57E5AAF090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60A797F6-7861-A2D3-128E-62A5BE01B9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5364630-BEB4-1BB2-9DE4-9E677DDF7578}"/>
              </a:ext>
            </a:extLst>
          </p:cNvPr>
          <p:cNvSpPr>
            <a:spLocks noGrp="1"/>
          </p:cNvSpPr>
          <p:nvPr>
            <p:ph type="dt" sz="half" idx="10"/>
          </p:nvPr>
        </p:nvSpPr>
        <p:spPr/>
        <p:txBody>
          <a:bodyPr/>
          <a:lstStyle/>
          <a:p>
            <a:fld id="{6093FCDD-5874-524F-B24B-EEB3F119C9AB}" type="datetimeFigureOut">
              <a:rPr lang="en-BE" smtClean="0"/>
              <a:t>11/03/2026</a:t>
            </a:fld>
            <a:endParaRPr lang="en-BE"/>
          </a:p>
        </p:txBody>
      </p:sp>
      <p:sp>
        <p:nvSpPr>
          <p:cNvPr id="6" name="Footer Placeholder 5">
            <a:extLst>
              <a:ext uri="{FF2B5EF4-FFF2-40B4-BE49-F238E27FC236}">
                <a16:creationId xmlns:a16="http://schemas.microsoft.com/office/drawing/2014/main" id="{EF5303EA-64D8-FFC5-097D-AB4174B4FEB6}"/>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3C2A7209-608B-93F2-4252-1AC9423200DE}"/>
              </a:ext>
            </a:extLst>
          </p:cNvPr>
          <p:cNvSpPr>
            <a:spLocks noGrp="1"/>
          </p:cNvSpPr>
          <p:nvPr>
            <p:ph type="sldNum" sz="quarter" idx="12"/>
          </p:nvPr>
        </p:nvSpPr>
        <p:spPr/>
        <p:txBody>
          <a:bodyPr/>
          <a:lstStyle/>
          <a:p>
            <a:fld id="{A3B5569C-7C97-8D4E-9F39-89E35FFB0C45}" type="slidenum">
              <a:rPr lang="en-BE" smtClean="0"/>
              <a:t>‹#›</a:t>
            </a:fld>
            <a:endParaRPr lang="en-BE"/>
          </a:p>
        </p:txBody>
      </p:sp>
    </p:spTree>
    <p:extLst>
      <p:ext uri="{BB962C8B-B14F-4D97-AF65-F5344CB8AC3E}">
        <p14:creationId xmlns:p14="http://schemas.microsoft.com/office/powerpoint/2010/main" val="680393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A6577-74E8-60C9-8FE0-09C7BE5BB6D9}"/>
              </a:ext>
            </a:extLst>
          </p:cNvPr>
          <p:cNvSpPr>
            <a:spLocks noGrp="1"/>
          </p:cNvSpPr>
          <p:nvPr>
            <p:ph type="title"/>
          </p:nvPr>
        </p:nvSpPr>
        <p:spPr/>
        <p:txBody>
          <a:bodyPr/>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F80D00BB-C9F9-DD04-1675-8CDDCC194FC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64F911BA-7729-3083-2B32-A5CE028BC338}"/>
              </a:ext>
            </a:extLst>
          </p:cNvPr>
          <p:cNvSpPr>
            <a:spLocks noGrp="1"/>
          </p:cNvSpPr>
          <p:nvPr>
            <p:ph type="dt" sz="half" idx="10"/>
          </p:nvPr>
        </p:nvSpPr>
        <p:spPr/>
        <p:txBody>
          <a:bodyPr/>
          <a:lstStyle/>
          <a:p>
            <a:fld id="{6093FCDD-5874-524F-B24B-EEB3F119C9AB}" type="datetimeFigureOut">
              <a:rPr lang="en-BE" smtClean="0"/>
              <a:t>11/03/2026</a:t>
            </a:fld>
            <a:endParaRPr lang="en-BE"/>
          </a:p>
        </p:txBody>
      </p:sp>
      <p:sp>
        <p:nvSpPr>
          <p:cNvPr id="5" name="Footer Placeholder 4">
            <a:extLst>
              <a:ext uri="{FF2B5EF4-FFF2-40B4-BE49-F238E27FC236}">
                <a16:creationId xmlns:a16="http://schemas.microsoft.com/office/drawing/2014/main" id="{86F08A51-F241-C22A-F638-BCB1BADA48B4}"/>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E40E90D7-B53B-A9F3-2E50-19D3EB3528DF}"/>
              </a:ext>
            </a:extLst>
          </p:cNvPr>
          <p:cNvSpPr>
            <a:spLocks noGrp="1"/>
          </p:cNvSpPr>
          <p:nvPr>
            <p:ph type="sldNum" sz="quarter" idx="12"/>
          </p:nvPr>
        </p:nvSpPr>
        <p:spPr/>
        <p:txBody>
          <a:bodyPr/>
          <a:lstStyle/>
          <a:p>
            <a:fld id="{A3B5569C-7C97-8D4E-9F39-89E35FFB0C45}" type="slidenum">
              <a:rPr lang="en-BE" smtClean="0"/>
              <a:t>‹#›</a:t>
            </a:fld>
            <a:endParaRPr lang="en-BE"/>
          </a:p>
        </p:txBody>
      </p:sp>
    </p:spTree>
    <p:extLst>
      <p:ext uri="{BB962C8B-B14F-4D97-AF65-F5344CB8AC3E}">
        <p14:creationId xmlns:p14="http://schemas.microsoft.com/office/powerpoint/2010/main" val="81786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9192AD-8CDD-D122-7C02-7FED1B76E6E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ED434449-374D-5817-FA16-1764E237E42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615D285F-9FC3-25FF-5126-22478AF78FC7}"/>
              </a:ext>
            </a:extLst>
          </p:cNvPr>
          <p:cNvSpPr>
            <a:spLocks noGrp="1"/>
          </p:cNvSpPr>
          <p:nvPr>
            <p:ph type="dt" sz="half" idx="10"/>
          </p:nvPr>
        </p:nvSpPr>
        <p:spPr/>
        <p:txBody>
          <a:bodyPr/>
          <a:lstStyle/>
          <a:p>
            <a:fld id="{6093FCDD-5874-524F-B24B-EEB3F119C9AB}" type="datetimeFigureOut">
              <a:rPr lang="en-BE" smtClean="0"/>
              <a:t>11/03/2026</a:t>
            </a:fld>
            <a:endParaRPr lang="en-BE"/>
          </a:p>
        </p:txBody>
      </p:sp>
      <p:sp>
        <p:nvSpPr>
          <p:cNvPr id="5" name="Footer Placeholder 4">
            <a:extLst>
              <a:ext uri="{FF2B5EF4-FFF2-40B4-BE49-F238E27FC236}">
                <a16:creationId xmlns:a16="http://schemas.microsoft.com/office/drawing/2014/main" id="{CCA57933-4DAA-06B2-7C34-8E1E71B0D182}"/>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4AA5DE22-2D7F-C5EB-87E8-9504D6931333}"/>
              </a:ext>
            </a:extLst>
          </p:cNvPr>
          <p:cNvSpPr>
            <a:spLocks noGrp="1"/>
          </p:cNvSpPr>
          <p:nvPr>
            <p:ph type="sldNum" sz="quarter" idx="12"/>
          </p:nvPr>
        </p:nvSpPr>
        <p:spPr/>
        <p:txBody>
          <a:bodyPr/>
          <a:lstStyle/>
          <a:p>
            <a:fld id="{A3B5569C-7C97-8D4E-9F39-89E35FFB0C45}" type="slidenum">
              <a:rPr lang="en-BE" smtClean="0"/>
              <a:t>‹#›</a:t>
            </a:fld>
            <a:endParaRPr lang="en-BE"/>
          </a:p>
        </p:txBody>
      </p:sp>
    </p:spTree>
    <p:extLst>
      <p:ext uri="{BB962C8B-B14F-4D97-AF65-F5344CB8AC3E}">
        <p14:creationId xmlns:p14="http://schemas.microsoft.com/office/powerpoint/2010/main" val="2615811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E6A9F5-8866-4206-C7FE-EC8AE6BEB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E"/>
          </a:p>
        </p:txBody>
      </p:sp>
      <p:sp>
        <p:nvSpPr>
          <p:cNvPr id="3" name="Text Placeholder 2">
            <a:extLst>
              <a:ext uri="{FF2B5EF4-FFF2-40B4-BE49-F238E27FC236}">
                <a16:creationId xmlns:a16="http://schemas.microsoft.com/office/drawing/2014/main" id="{AC8D5A64-2C4F-8419-B699-5E3B945AC9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E1263AC5-C536-389B-CF85-219705AFBA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93FCDD-5874-524F-B24B-EEB3F119C9AB}" type="datetimeFigureOut">
              <a:rPr lang="en-BE" smtClean="0"/>
              <a:t>11/03/2026</a:t>
            </a:fld>
            <a:endParaRPr lang="en-BE"/>
          </a:p>
        </p:txBody>
      </p:sp>
      <p:sp>
        <p:nvSpPr>
          <p:cNvPr id="5" name="Footer Placeholder 4">
            <a:extLst>
              <a:ext uri="{FF2B5EF4-FFF2-40B4-BE49-F238E27FC236}">
                <a16:creationId xmlns:a16="http://schemas.microsoft.com/office/drawing/2014/main" id="{A136D26A-8CEA-C7F6-E3A6-01064A2335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BE"/>
          </a:p>
        </p:txBody>
      </p:sp>
      <p:sp>
        <p:nvSpPr>
          <p:cNvPr id="6" name="Slide Number Placeholder 5">
            <a:extLst>
              <a:ext uri="{FF2B5EF4-FFF2-40B4-BE49-F238E27FC236}">
                <a16:creationId xmlns:a16="http://schemas.microsoft.com/office/drawing/2014/main" id="{E8EF6920-9AB7-3256-63EB-862FF192C7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3B5569C-7C97-8D4E-9F39-89E35FFB0C45}" type="slidenum">
              <a:rPr lang="en-BE" smtClean="0"/>
              <a:t>‹#›</a:t>
            </a:fld>
            <a:endParaRPr lang="en-BE"/>
          </a:p>
        </p:txBody>
      </p:sp>
    </p:spTree>
    <p:extLst>
      <p:ext uri="{BB962C8B-B14F-4D97-AF65-F5344CB8AC3E}">
        <p14:creationId xmlns:p14="http://schemas.microsoft.com/office/powerpoint/2010/main" val="2932257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lab.kuleuven.be/aida-lab/teaching/g0r72a_data_peiyang_2526"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0AA97F9-A7D3-38FE-BC4E-5020903552A3}"/>
              </a:ext>
            </a:extLst>
          </p:cNvPr>
          <p:cNvSpPr txBox="1"/>
          <p:nvPr/>
        </p:nvSpPr>
        <p:spPr>
          <a:xfrm>
            <a:off x="683623" y="1074509"/>
            <a:ext cx="10671949" cy="4708981"/>
          </a:xfrm>
          <a:prstGeom prst="rect">
            <a:avLst/>
          </a:prstGeom>
          <a:noFill/>
        </p:spPr>
        <p:txBody>
          <a:bodyPr wrap="square" rtlCol="0">
            <a:spAutoFit/>
          </a:bodyPr>
          <a:lstStyle/>
          <a:p>
            <a:r>
              <a:rPr lang="en-BE" sz="2400" dirty="0">
                <a:highlight>
                  <a:srgbClr val="FFFF00"/>
                </a:highlight>
              </a:rPr>
              <a:t>Background</a:t>
            </a:r>
            <a:r>
              <a:rPr lang="en-BE" dirty="0"/>
              <a:t>: </a:t>
            </a:r>
          </a:p>
          <a:p>
            <a:r>
              <a:rPr lang="en-GB" dirty="0"/>
              <a:t>Antwerp has enjoyed a relatively simple, </a:t>
            </a:r>
            <a:r>
              <a:rPr lang="en-GB" b="1" dirty="0"/>
              <a:t>fishing-based economy for decades</a:t>
            </a:r>
            <a:r>
              <a:rPr lang="en-GB" dirty="0"/>
              <a:t>. However, in recent times, </a:t>
            </a:r>
            <a:r>
              <a:rPr lang="en-GB" b="1" dirty="0"/>
              <a:t>tourism has greatly expanded</a:t>
            </a:r>
            <a:r>
              <a:rPr lang="en-GB" dirty="0"/>
              <a:t> and resulted in significant changes. The local government set up an oversight board - Commission on Overseeing the Economic Future of Oceanus (COOTEFOO) - to monitor the current economy and advise how to prepare for the future.</a:t>
            </a:r>
          </a:p>
          <a:p>
            <a:endParaRPr lang="en-GB" dirty="0"/>
          </a:p>
          <a:p>
            <a:r>
              <a:rPr lang="en-GB" sz="2400" dirty="0">
                <a:highlight>
                  <a:srgbClr val="FFFF00"/>
                </a:highlight>
              </a:rPr>
              <a:t>Accusations</a:t>
            </a:r>
            <a:r>
              <a:rPr lang="en-GB" dirty="0"/>
              <a:t>:</a:t>
            </a:r>
          </a:p>
          <a:p>
            <a:endParaRPr lang="en-GB" dirty="0"/>
          </a:p>
          <a:p>
            <a:pPr marL="285750" indent="-285750">
              <a:buFont typeface="Arial" panose="020B0604020202020204" pitchFamily="34" charset="0"/>
              <a:buChar char="•"/>
            </a:pPr>
            <a:r>
              <a:rPr lang="en-GB" dirty="0"/>
              <a:t>Fishing is Living and Heritage (FILAH) accuses the board of being biased toward the new tourism economy and inappropriately attending to the potential in those ventures, ignoring the historical powerhouse of the economy: Getting lots of fish out of the water and off to hungry people. They accuse some COOTEFOO members of bias against fishing.</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Tourism Raises </a:t>
            </a:r>
            <a:r>
              <a:rPr lang="en-GB" dirty="0" err="1"/>
              <a:t>OceanUs</a:t>
            </a:r>
            <a:r>
              <a:rPr lang="en-GB" dirty="0"/>
              <a:t> Together (TROUT) accuses the board of being biased toward an entrenched interest and constantly “appeasing” the fishing industry, ignoring the new/growing avenues for economic stability. They accuse some members of ignoring the brave-new-world and living in the past.</a:t>
            </a:r>
            <a:endParaRPr lang="en-BE" dirty="0"/>
          </a:p>
        </p:txBody>
      </p:sp>
    </p:spTree>
    <p:extLst>
      <p:ext uri="{BB962C8B-B14F-4D97-AF65-F5344CB8AC3E}">
        <p14:creationId xmlns:p14="http://schemas.microsoft.com/office/powerpoint/2010/main" val="990075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BBAB1-DE0C-4B76-2FBE-60C82ED967EE}"/>
            </a:ext>
          </a:extLst>
        </p:cNvPr>
        <p:cNvGrpSpPr/>
        <p:nvPr/>
      </p:nvGrpSpPr>
      <p:grpSpPr>
        <a:xfrm>
          <a:off x="0" y="0"/>
          <a:ext cx="0" cy="0"/>
          <a:chOff x="0" y="0"/>
          <a:chExt cx="0" cy="0"/>
        </a:xfrm>
      </p:grpSpPr>
      <p:pic>
        <p:nvPicPr>
          <p:cNvPr id="15" name="Picture 14" descr="A diagram of a database&#10;&#10;AI-generated content may be incorrect.">
            <a:extLst>
              <a:ext uri="{FF2B5EF4-FFF2-40B4-BE49-F238E27FC236}">
                <a16:creationId xmlns:a16="http://schemas.microsoft.com/office/drawing/2014/main" id="{327A233C-3E27-5348-FB05-D146D85E5961}"/>
              </a:ext>
            </a:extLst>
          </p:cNvPr>
          <p:cNvPicPr>
            <a:picLocks noChangeAspect="1"/>
          </p:cNvPicPr>
          <p:nvPr/>
        </p:nvPicPr>
        <p:blipFill>
          <a:blip r:embed="rId2"/>
          <a:srcRect t="13958"/>
          <a:stretch>
            <a:fillRect/>
          </a:stretch>
        </p:blipFill>
        <p:spPr>
          <a:xfrm>
            <a:off x="2483555" y="1083732"/>
            <a:ext cx="9589223" cy="5598753"/>
          </a:xfrm>
          <a:prstGeom prst="rect">
            <a:avLst/>
          </a:prstGeom>
          <a:solidFill>
            <a:srgbClr val="FFFFFF">
              <a:shade val="85000"/>
            </a:srgbClr>
          </a:solidFill>
          <a:ln w="3175"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4E3021AF-AEA7-EFB2-EE3A-63683DCA9D63}"/>
              </a:ext>
            </a:extLst>
          </p:cNvPr>
          <p:cNvSpPr txBox="1"/>
          <p:nvPr/>
        </p:nvSpPr>
        <p:spPr>
          <a:xfrm>
            <a:off x="507513" y="681082"/>
            <a:ext cx="3952083" cy="3231654"/>
          </a:xfrm>
          <a:prstGeom prst="rect">
            <a:avLst/>
          </a:prstGeom>
          <a:noFill/>
        </p:spPr>
        <p:txBody>
          <a:bodyPr wrap="square">
            <a:spAutoFit/>
          </a:bodyPr>
          <a:lstStyle/>
          <a:p>
            <a:r>
              <a:rPr lang="en-BE" sz="2400" dirty="0">
                <a:highlight>
                  <a:srgbClr val="FFFF00"/>
                </a:highlight>
              </a:rPr>
              <a:t>Data</a:t>
            </a:r>
            <a:r>
              <a:rPr lang="en-BE" dirty="0"/>
              <a:t>: </a:t>
            </a:r>
          </a:p>
          <a:p>
            <a:pPr marL="285750" indent="-285750">
              <a:buFont typeface="Arial" panose="020B0604020202020204" pitchFamily="34" charset="0"/>
              <a:buChar char="•"/>
            </a:pPr>
            <a:r>
              <a:rPr lang="en-BE" dirty="0"/>
              <a:t>Source: </a:t>
            </a:r>
          </a:p>
          <a:p>
            <a:pPr marL="742950" lvl="1" indent="-285750">
              <a:buFont typeface="Arial" panose="020B0604020202020204" pitchFamily="34" charset="0"/>
              <a:buChar char="•"/>
            </a:pPr>
            <a:r>
              <a:rPr lang="en-GB" dirty="0"/>
              <a:t>C</a:t>
            </a:r>
            <a:r>
              <a:rPr lang="en-BE" dirty="0"/>
              <a:t>ollected by the Government</a:t>
            </a:r>
          </a:p>
          <a:p>
            <a:pPr marL="742950" lvl="1" indent="-285750">
              <a:buFont typeface="Arial" panose="020B0604020202020204" pitchFamily="34" charset="0"/>
              <a:buChar char="•"/>
            </a:pPr>
            <a:r>
              <a:rPr lang="en-BE" dirty="0"/>
              <a:t>Collected by the Journalist</a:t>
            </a:r>
            <a:endParaRPr lang="en-GB" dirty="0"/>
          </a:p>
          <a:p>
            <a:pPr marL="285750" indent="-285750">
              <a:buFont typeface="Arial" panose="020B0604020202020204" pitchFamily="34" charset="0"/>
              <a:buChar char="•"/>
            </a:pPr>
            <a:r>
              <a:rPr lang="en-GB" dirty="0"/>
              <a:t>Data from two sources shared the same structure as the schema showed.</a:t>
            </a:r>
          </a:p>
          <a:p>
            <a:pPr marL="285750" indent="-285750">
              <a:buFont typeface="Arial" panose="020B0604020202020204" pitchFamily="34" charset="0"/>
              <a:buChar char="•"/>
            </a:pPr>
            <a:r>
              <a:rPr lang="en-GB" dirty="0"/>
              <a:t>Data is available via: </a:t>
            </a:r>
            <a:r>
              <a:rPr lang="en-GB" dirty="0">
                <a:hlinkClick r:id="rId3"/>
              </a:rPr>
              <a:t>https://gitlab.kuleuven.be/aida-lab/teaching/g0r72a_data_peiyang_2526</a:t>
            </a:r>
            <a:r>
              <a:rPr lang="en-GB" dirty="0"/>
              <a:t> </a:t>
            </a:r>
          </a:p>
        </p:txBody>
      </p:sp>
      <p:pic>
        <p:nvPicPr>
          <p:cNvPr id="16" name="Picture 15" descr="A diagram of a database&#10;&#10;AI-generated content may be incorrect.">
            <a:extLst>
              <a:ext uri="{FF2B5EF4-FFF2-40B4-BE49-F238E27FC236}">
                <a16:creationId xmlns:a16="http://schemas.microsoft.com/office/drawing/2014/main" id="{5068F0CE-44DA-93F8-3F82-8F48C97E8D3D}"/>
              </a:ext>
            </a:extLst>
          </p:cNvPr>
          <p:cNvPicPr>
            <a:picLocks noChangeAspect="1"/>
          </p:cNvPicPr>
          <p:nvPr/>
        </p:nvPicPr>
        <p:blipFill>
          <a:blip r:embed="rId2"/>
          <a:srcRect l="85645" t="1379" r="816" b="91016"/>
          <a:stretch>
            <a:fillRect/>
          </a:stretch>
        </p:blipFill>
        <p:spPr>
          <a:xfrm>
            <a:off x="10717699" y="1187206"/>
            <a:ext cx="1298222" cy="494837"/>
          </a:xfrm>
          <a:prstGeom prst="rect">
            <a:avLst/>
          </a:prstGeom>
          <a:solidFill>
            <a:srgbClr val="FFFFFF">
              <a:shade val="85000"/>
            </a:srgbClr>
          </a:solidFill>
          <a:ln w="3175"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93815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A153E-5641-3522-52A7-D9A7C134651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EE07EB2-A498-C6A0-7E50-4089C5A9C3EA}"/>
              </a:ext>
            </a:extLst>
          </p:cNvPr>
          <p:cNvSpPr txBox="1"/>
          <p:nvPr/>
        </p:nvSpPr>
        <p:spPr>
          <a:xfrm>
            <a:off x="825190" y="1536174"/>
            <a:ext cx="10660566" cy="3785652"/>
          </a:xfrm>
          <a:prstGeom prst="rect">
            <a:avLst/>
          </a:prstGeom>
          <a:noFill/>
        </p:spPr>
        <p:txBody>
          <a:bodyPr wrap="square">
            <a:spAutoFit/>
          </a:bodyPr>
          <a:lstStyle/>
          <a:p>
            <a:r>
              <a:rPr lang="en-GB" sz="2400" dirty="0">
                <a:highlight>
                  <a:srgbClr val="FFFF00"/>
                </a:highlight>
              </a:rPr>
              <a:t>Persona</a:t>
            </a:r>
            <a:r>
              <a:rPr lang="en-GB" dirty="0"/>
              <a:t>:</a:t>
            </a:r>
          </a:p>
          <a:p>
            <a:endParaRPr lang="en-GB" dirty="0"/>
          </a:p>
          <a:p>
            <a:pPr marL="285750" indent="-285750">
              <a:buFont typeface="Arial" panose="020B0604020202020204" pitchFamily="34" charset="0"/>
              <a:buChar char="•"/>
            </a:pPr>
            <a:r>
              <a:rPr lang="en-GB" dirty="0"/>
              <a:t>Persona 1: Government Investigator.</a:t>
            </a:r>
          </a:p>
          <a:p>
            <a:pPr marL="285750" indent="-285750">
              <a:buFont typeface="Arial" panose="020B0604020202020204" pitchFamily="34" charset="0"/>
              <a:buChar char="•"/>
            </a:pPr>
            <a:endParaRPr lang="en-GB" dirty="0"/>
          </a:p>
          <a:p>
            <a:pPr marL="742950" lvl="1" indent="-285750">
              <a:buFont typeface="Arial" panose="020B0604020202020204" pitchFamily="34" charset="0"/>
              <a:buChar char="•"/>
            </a:pPr>
            <a:r>
              <a:rPr lang="en-GB" dirty="0"/>
              <a:t>Two accusations (TROUT and FILAH) have been filed alleging bias among committee members. Using all available data, investigate whether there is evidence of bias in member actions.</a:t>
            </a:r>
          </a:p>
          <a:p>
            <a:pPr marL="742950" lvl="1" indent="-285750">
              <a:buFont typeface="Arial" panose="020B0604020202020204" pitchFamily="34" charset="0"/>
              <a:buChar char="•"/>
            </a:pPr>
            <a:endParaRPr lang="en-GB" dirty="0"/>
          </a:p>
          <a:p>
            <a:pPr marL="742950" lvl="1"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Persona 2: Investigative Journalist</a:t>
            </a:r>
          </a:p>
          <a:p>
            <a:pPr marL="285750" indent="-285750">
              <a:buFont typeface="Arial" panose="020B0604020202020204" pitchFamily="34" charset="0"/>
              <a:buChar char="•"/>
            </a:pPr>
            <a:endParaRPr lang="en-GB" dirty="0"/>
          </a:p>
          <a:p>
            <a:pPr marL="742950" lvl="1" indent="-285750">
              <a:buFont typeface="Arial" panose="020B0604020202020204" pitchFamily="34" charset="0"/>
              <a:buChar char="•"/>
            </a:pPr>
            <a:r>
              <a:rPr lang="en-GB" dirty="0"/>
              <a:t>Two accusations (TROUT and FILAH) have been filed. Additional data has since been collected independently (by the journalist). Given this fuller picture, are the accusations strengthened, weakened, or unchanged with the additional data?</a:t>
            </a:r>
          </a:p>
        </p:txBody>
      </p:sp>
    </p:spTree>
    <p:extLst>
      <p:ext uri="{BB962C8B-B14F-4D97-AF65-F5344CB8AC3E}">
        <p14:creationId xmlns:p14="http://schemas.microsoft.com/office/powerpoint/2010/main" val="4140078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2776</TotalTime>
  <Words>315</Words>
  <Application>Microsoft Macintosh PowerPoint</Application>
  <PresentationFormat>Widescreen</PresentationFormat>
  <Paragraphs>24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Peiyang Huo</dc:creator>
  <cp:lastModifiedBy>Peiyang Huo</cp:lastModifiedBy>
  <cp:revision>1</cp:revision>
  <dcterms:created xsi:type="dcterms:W3CDTF">2026-03-11T13:24:26Z</dcterms:created>
  <dcterms:modified xsi:type="dcterms:W3CDTF">2026-03-13T11:40:43Z</dcterms:modified>
</cp:coreProperties>
</file>